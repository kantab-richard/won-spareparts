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88d71da86a44c8" /><Relationship Type="http://schemas.openxmlformats.org/officeDocument/2006/relationships/extended-properties" Target="/docProps/app.xml" Id="Re1864c8268a943b6" /><Relationship Type="http://schemas.openxmlformats.org/officeDocument/2006/relationships/officeDocument" Target="/ppt/presentation.xml" Id="R07cbf3d542d4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1298d5b6d849ac"/>
  </p:sldMasterIdLst>
  <p:notesMasterIdLst>
    <p:notesMasterId xmlns:r="http://schemas.openxmlformats.org/officeDocument/2006/relationships" r:id="R88da98ae47ab43e5"/>
  </p:notesMasterIdLst>
  <p:sldIdLst>
    <p:sldId xmlns:r="http://schemas.openxmlformats.org/officeDocument/2006/relationships" id="256" r:id="R7670ef044ef24a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ed9bcc308b4a6c" /><Relationship Type="http://schemas.openxmlformats.org/officeDocument/2006/relationships/slideMaster" Target="/ppt/slideMasters/slideMaster1.xml" Id="R851298d5b6d849ac" /><Relationship Type="http://schemas.openxmlformats.org/officeDocument/2006/relationships/notesMaster" Target="/ppt/notesMasters/notesMaster1.xml" Id="R88da98ae47ab43e5" /><Relationship Type="http://schemas.openxmlformats.org/officeDocument/2006/relationships/presProps" Target="/ppt/presProps.xml" Id="Ra2515228d8f54cfa" /><Relationship Type="http://schemas.openxmlformats.org/officeDocument/2006/relationships/tableStyles" Target="/ppt/tableStyles.xml" Id="Rf79afb112b404fa8" /><Relationship Type="http://schemas.openxmlformats.org/officeDocument/2006/relationships/slide" Target="/ppt/slides/slide1.xml" Id="R7670ef044ef24a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dc3cea1c2a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b1e5c5fe84a2c" /><Relationship Type="http://schemas.openxmlformats.org/officeDocument/2006/relationships/notesMaster" Target="/ppt/notesMasters/notesMaster1.xml" Id="R5f79a8ac7ccb46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sequence for PowerPoint: start with the 3D app visual on screen, then fade in the title, subtitle and footer line in that order.</a:t>
            </a:r>
          </a:p>
          <a:p xmlns:a="http://schemas.openxmlformats.org/drawingml/2006/main">
            <a:r>
              <a:t>Talk track: WONSPAREPARTS gives the manager and sales reps one place to sell, track stock, print receipts and keep working when the network is weak.</a:t>
            </a:r>
          </a:p>
          <a:p xmlns:a="http://schemas.openxmlformats.org/drawingml/2006/main">
            <a:r>
              <a:t>Close the slide by pointing to the phone and desktop screens as the reason the system works across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85c3e1e7b47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d36a5362794ce5" /><Relationship Type="http://schemas.openxmlformats.org/officeDocument/2006/relationships/slideLayout" Target="/ppt/slideLayouts/slideLayout1.xml" Id="R029bcc273cf744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bcc273cf744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df24a62a04877" /><Relationship Type="http://schemas.openxmlformats.org/officeDocument/2006/relationships/image" Target="/ppt/media/image.png" Id="Rd8dc3cfd08b840b5" /><Relationship Type="http://schemas.openxmlformats.org/officeDocument/2006/relationships/notesSlide" Target="/ppt/notesSlides/notesSlide1.xml" Id="Rc80dfa3783fa4f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c3cfd08b840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8DD3D-CC0B-4D8F-90AC-EDD68B09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B6B1D-8BF6-4372-AF67-4C623FC6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E7DCB-750A-426B-9FE8-A6559EAB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A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18"/>
                </a:solidFill>
                <a:latin typeface="Arial"/>
                <a:ea typeface="Arial"/>
                <a:cs typeface="Arial"/>
              </a:rPr>
              <a:t>CLIENT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C2FB1-1F1B-4799-AA75-09D66BE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05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WONSPAREPARTS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Sales &amp; Inventory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E8DAF-9E15-475C-82D0-FF835DA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76575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8E2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8E2EF"/>
                </a:solidFill>
                <a:latin typeface="Arial"/>
                <a:ea typeface="Arial"/>
                <a:cs typeface="Arial"/>
              </a:rPr>
              <a:t>An installable business app for sales, stock control, receipts, reports and offline sync.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D73E3-6DDD-4207-A6B6-8EA1F893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95750"/>
            <a:ext cx="4238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7D9"/>
                </a:solidFill>
                <a:latin typeface="Arial"/>
                <a:ea typeface="Arial"/>
                <a:cs typeface="Arial"/>
              </a:rPr>
              <a:t>Built for spare parts shops that need faster sales, accurate stock records and mobile access from the shop floor.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2B059-4EFB-4C88-B952-22A826E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3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C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EC6FF"/>
                </a:solidFill>
                <a:latin typeface="Arial"/>
                <a:ea typeface="Arial"/>
                <a:cs typeface="Arial"/>
              </a:rPr>
              <a:t>Phone sales  |  live stock  |  receipt printing  |  offline queue</a:t>
            </a:r>
          </a:p>
        </p:txBody>
      </p:sp>
    </p:spTree>
    <p:extLst>
      <p:ext uri="{BB962C8B-B14F-4D97-AF65-F5344CB8AC3E}">
        <p14:creationId xmlns:p14="http://schemas.microsoft.com/office/powerpoint/2010/main" val="1137492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2026-10-04T12:04:30.3370000Z</dcterms:created>
  <dcterms:modified xsi:type="dcterms:W3CDTF">2026-10-04T12:04:30.3370000Z</dcterms:modified>
</coreProperties>
</file>